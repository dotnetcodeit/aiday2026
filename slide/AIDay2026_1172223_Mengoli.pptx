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9" orient="horz">
          <p15:clr>
            <a:srgbClr val="A4A3A4"/>
          </p15:clr>
        </p15:guide>
        <p15:guide id="20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414241"/>
    <a:srgbClr val="B4009E"/>
    <a:srgbClr val="0478D7"/>
    <a:srgbClr val="0359A0"/>
    <a:srgbClr val="95CFFF"/>
    <a:srgbClr val="797979"/>
    <a:srgbClr val="94D0FF"/>
    <a:srgbClr val="424242"/>
    <a:srgbClr val="8DC3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526B3-A505-2644-A66D-F6C56689E9F7}" v="157" dt="2025-02-11T17:36:24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5" autoAdjust="0"/>
    <p:restoredTop sz="86404" autoAdjust="0"/>
  </p:normalViewPr>
  <p:slideViewPr>
    <p:cSldViewPr snapToGrid="0">
      <p:cViewPr varScale="1">
        <p:scale>
          <a:sx n="80" d="100"/>
          <a:sy n="80" d="100"/>
        </p:scale>
        <p:origin x="186" y="1422"/>
      </p:cViewPr>
      <p:guideLst>
        <p:guide orient="horz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798" y="13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5DDD7-29E8-4F85-A117-E0D0E07135BD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58E4C-A571-4498-B61D-3EBCC782E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4B426-DD78-45C6-AC2B-6AECC245F0A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93308-1CCD-4083-9427-1DD59259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banner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sponsors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demo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questions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vote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.I.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C68F535-7122-46C3-9545-2992190058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77" t="24868" r="7590" b="21176"/>
          <a:stretch/>
        </p:blipFill>
        <p:spPr>
          <a:xfrm rot="1163624">
            <a:off x="4740361" y="1141441"/>
            <a:ext cx="6817232" cy="4320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F38F05-D583-4D1E-B0D3-1EF4F135C8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199" y="155420"/>
            <a:ext cx="2380607" cy="1402855"/>
          </a:xfrm>
          <a:prstGeom prst="rect">
            <a:avLst/>
          </a:prstGeom>
        </p:spPr>
      </p:pic>
      <p:sp>
        <p:nvSpPr>
          <p:cNvPr id="23" name="Title 13">
            <a:extLst>
              <a:ext uri="{FF2B5EF4-FFF2-40B4-BE49-F238E27FC236}">
                <a16:creationId xmlns:a16="http://schemas.microsoft.com/office/drawing/2014/main" id="{F6C2F544-97E3-4339-89D4-F3B8413F52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597647"/>
            <a:ext cx="10553700" cy="1402854"/>
          </a:xfrm>
          <a:prstGeom prst="rect">
            <a:avLst/>
          </a:prstGeom>
        </p:spPr>
        <p:txBody>
          <a:bodyPr lIns="0" anchor="b">
            <a:noAutofit/>
          </a:bodyPr>
          <a:lstStyle>
            <a:lvl1pPr>
              <a:defRPr sz="8000" b="1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Session Title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7E72CE4-2317-4FF4-B4A4-A514D9A0175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7199" y="5372664"/>
            <a:ext cx="10553699" cy="422162"/>
          </a:xfrm>
          <a:prstGeom prst="rect">
            <a:avLst/>
          </a:prstGeom>
        </p:spPr>
        <p:txBody>
          <a:bodyPr/>
          <a:lstStyle>
            <a:lvl1pPr>
              <a:defRPr sz="2000" b="1" i="0">
                <a:solidFill>
                  <a:schemeClr val="accent2"/>
                </a:solidFill>
                <a:latin typeface="+mn-lt"/>
                <a:ea typeface="Segoe UI Semibold" charset="0"/>
                <a:cs typeface="Segoe UI Semibold" charset="0"/>
              </a:defRPr>
            </a:lvl1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A76C6378-8568-43A6-AD1F-E642F87389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200" y="5854319"/>
            <a:ext cx="10553698" cy="318060"/>
          </a:xfrm>
          <a:prstGeom prst="rect">
            <a:avLst/>
          </a:prstGeom>
        </p:spPr>
        <p:txBody>
          <a:bodyPr anchor="b"/>
          <a:lstStyle>
            <a:lvl1pPr>
              <a:defRPr sz="2000" b="0" i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28" name="Shape 78">
            <a:extLst>
              <a:ext uri="{FF2B5EF4-FFF2-40B4-BE49-F238E27FC236}">
                <a16:creationId xmlns:a16="http://schemas.microsoft.com/office/drawing/2014/main" id="{570DAE82-EBE9-46F5-86E1-8DF384C2E4DF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457200" y="4000501"/>
            <a:ext cx="10553700" cy="679384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tx1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pPr marL="0" marR="0" lvl="0" indent="0" algn="l" defTabSz="914132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buClr>
                <a:schemeClr val="bg1"/>
              </a:buClr>
              <a:buSzPct val="120000"/>
              <a:buFont typeface="+mj-lt"/>
              <a:buNone/>
              <a:tabLst>
                <a:tab pos="1828800" algn="l"/>
              </a:tabLst>
              <a:defRPr/>
            </a:pPr>
            <a:r>
              <a:rPr kumimoji="0" lang="en-US" sz="4400" b="1" i="0" u="none" strike="noStrike" kern="1200" cap="none" spc="-100" normalizeH="0" baseline="0" noProof="0" dirty="0">
                <a:ln>
                  <a:noFill/>
                </a:ln>
                <a:solidFill>
                  <a:srgbClr val="FF6A00"/>
                </a:solidFill>
                <a:effectLst/>
                <a:uLnTx/>
                <a:uFillTx/>
                <a:latin typeface="Arial Black"/>
                <a:cs typeface="Segoe UI Semibold" charset="0"/>
              </a:rPr>
              <a:t>Session subtitle (if any)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552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0BEF8F8C-5553-89C5-E2C5-3C58F9BD4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22" y="-3800042"/>
            <a:ext cx="11277599" cy="712379"/>
          </a:xfrm>
        </p:spPr>
        <p:txBody>
          <a:bodyPr/>
          <a:lstStyle>
            <a:lvl1pPr>
              <a:defRPr sz="8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9D99718C-8801-DB65-A2D4-81D2A609F5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2567467" y="416522"/>
            <a:ext cx="6714309" cy="6371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52682-9E78-4AD0-B400-F20A830FDF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708" y="96637"/>
            <a:ext cx="1551713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DA5AB8B-8B17-45DB-8295-4239B1623191}"/>
              </a:ext>
            </a:extLst>
          </p:cNvPr>
          <p:cNvSpPr txBox="1"/>
          <p:nvPr userDrawn="1"/>
        </p:nvSpPr>
        <p:spPr>
          <a:xfrm>
            <a:off x="4294513" y="369274"/>
            <a:ext cx="3507370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Platinum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F4DD61-89D8-4C62-89D9-26C850C887A7}"/>
              </a:ext>
            </a:extLst>
          </p:cNvPr>
          <p:cNvSpPr txBox="1"/>
          <p:nvPr userDrawn="1"/>
        </p:nvSpPr>
        <p:spPr>
          <a:xfrm>
            <a:off x="4741462" y="3602442"/>
            <a:ext cx="2709075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91E46E-87FA-4EF8-AFDF-877145A820E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6789" y="6057518"/>
            <a:ext cx="1779761" cy="3822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54C25D-B188-45C9-8D28-7ABDB2EB4B6A}"/>
              </a:ext>
            </a:extLst>
          </p:cNvPr>
          <p:cNvCxnSpPr>
            <a:cxnSpLocks/>
          </p:cNvCxnSpPr>
          <p:nvPr userDrawn="1"/>
        </p:nvCxnSpPr>
        <p:spPr>
          <a:xfrm>
            <a:off x="1766047" y="618254"/>
            <a:ext cx="231238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F35B0B-640D-42B8-BDCA-0733C659D0C2}"/>
              </a:ext>
            </a:extLst>
          </p:cNvPr>
          <p:cNvCxnSpPr>
            <a:cxnSpLocks/>
          </p:cNvCxnSpPr>
          <p:nvPr userDrawn="1"/>
        </p:nvCxnSpPr>
        <p:spPr>
          <a:xfrm>
            <a:off x="8061302" y="618254"/>
            <a:ext cx="413069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9435D1-D59B-49CA-A2B3-43EB4244CAAC}"/>
              </a:ext>
            </a:extLst>
          </p:cNvPr>
          <p:cNvCxnSpPr>
            <a:cxnSpLocks/>
          </p:cNvCxnSpPr>
          <p:nvPr userDrawn="1"/>
        </p:nvCxnSpPr>
        <p:spPr>
          <a:xfrm>
            <a:off x="0" y="3889020"/>
            <a:ext cx="44913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A07431-5E21-4CB6-9BCB-50ACD2D6D424}"/>
              </a:ext>
            </a:extLst>
          </p:cNvPr>
          <p:cNvCxnSpPr>
            <a:cxnSpLocks/>
          </p:cNvCxnSpPr>
          <p:nvPr userDrawn="1"/>
        </p:nvCxnSpPr>
        <p:spPr>
          <a:xfrm>
            <a:off x="7700681" y="3896319"/>
            <a:ext cx="449131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822890-F49F-4758-8954-02E05099F729}"/>
              </a:ext>
            </a:extLst>
          </p:cNvPr>
          <p:cNvCxnSpPr>
            <a:cxnSpLocks/>
          </p:cNvCxnSpPr>
          <p:nvPr userDrawn="1"/>
        </p:nvCxnSpPr>
        <p:spPr>
          <a:xfrm>
            <a:off x="0" y="5419500"/>
            <a:ext cx="4144851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387994B-7FBB-4635-B076-A8BFA71EF949}"/>
              </a:ext>
            </a:extLst>
          </p:cNvPr>
          <p:cNvCxnSpPr>
            <a:cxnSpLocks/>
          </p:cNvCxnSpPr>
          <p:nvPr userDrawn="1"/>
        </p:nvCxnSpPr>
        <p:spPr>
          <a:xfrm flipV="1">
            <a:off x="8127721" y="5419500"/>
            <a:ext cx="4064279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magine 18">
            <a:extLst>
              <a:ext uri="{FF2B5EF4-FFF2-40B4-BE49-F238E27FC236}">
                <a16:creationId xmlns:a16="http://schemas.microsoft.com/office/drawing/2014/main" id="{E716D695-E402-435C-B55F-A1E04EE65F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9" b="11713"/>
          <a:stretch/>
        </p:blipFill>
        <p:spPr>
          <a:xfrm>
            <a:off x="7801883" y="5780792"/>
            <a:ext cx="1294132" cy="96332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7286ACB-DCDC-4785-B919-AB6440106A27}"/>
              </a:ext>
            </a:extLst>
          </p:cNvPr>
          <p:cNvSpPr txBox="1"/>
          <p:nvPr userDrawn="1"/>
        </p:nvSpPr>
        <p:spPr>
          <a:xfrm>
            <a:off x="4331430" y="5173279"/>
            <a:ext cx="3634008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43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DF5D8FE4-33B7-43E6-B03F-B0D700FDB9D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353" y="5846080"/>
            <a:ext cx="805104" cy="8051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93BF2D-C359-4F38-974B-97585605A8E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241" y="867699"/>
            <a:ext cx="3916987" cy="1746515"/>
          </a:xfrm>
          <a:prstGeom prst="rect">
            <a:avLst/>
          </a:prstGeom>
        </p:spPr>
      </p:pic>
      <p:pic>
        <p:nvPicPr>
          <p:cNvPr id="3" name="Picture 2" descr="A blue and yellow text on a black background&#10;&#10;Description automatically generated">
            <a:extLst>
              <a:ext uri="{FF2B5EF4-FFF2-40B4-BE49-F238E27FC236}">
                <a16:creationId xmlns:a16="http://schemas.microsoft.com/office/drawing/2014/main" id="{340E6867-FCE7-FCCA-1E0F-3ADC270DBE5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129" y="2367245"/>
            <a:ext cx="2987773" cy="937627"/>
          </a:xfrm>
          <a:prstGeom prst="rect">
            <a:avLst/>
          </a:prstGeom>
        </p:spPr>
      </p:pic>
      <p:pic>
        <p:nvPicPr>
          <p:cNvPr id="5" name="Picture 4" descr="A logo with blue squares and text&#10;&#10;Description automatically generated">
            <a:extLst>
              <a:ext uri="{FF2B5EF4-FFF2-40B4-BE49-F238E27FC236}">
                <a16:creationId xmlns:a16="http://schemas.microsoft.com/office/drawing/2014/main" id="{E637C6E4-D3F3-F254-5B53-D09DC22D490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131" y="3872155"/>
            <a:ext cx="2709075" cy="1523855"/>
          </a:xfrm>
          <a:prstGeom prst="rect">
            <a:avLst/>
          </a:prstGeom>
        </p:spPr>
      </p:pic>
      <p:pic>
        <p:nvPicPr>
          <p:cNvPr id="1026" name="Picture 2" descr="Relatech">
            <a:extLst>
              <a:ext uri="{FF2B5EF4-FFF2-40B4-BE49-F238E27FC236}">
                <a16:creationId xmlns:a16="http://schemas.microsoft.com/office/drawing/2014/main" id="{EC9AF204-1032-80E1-E0C6-A4440CA9B1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655" y="1846622"/>
            <a:ext cx="3962324" cy="198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ey2 Next">
            <a:extLst>
              <a:ext uri="{FF2B5EF4-FFF2-40B4-BE49-F238E27FC236}">
                <a16:creationId xmlns:a16="http://schemas.microsoft.com/office/drawing/2014/main" id="{157AD3C8-10E5-0049-77BD-C72DC43390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210" y="920553"/>
            <a:ext cx="3281612" cy="164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94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FC4897-885B-4A5A-9CB9-CE6CCC0CC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78E16-DA49-49C4-B3A3-F81DB15F26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84974" y="5758847"/>
            <a:ext cx="1551713" cy="914400"/>
          </a:xfrm>
          <a:prstGeom prst="rect">
            <a:avLst/>
          </a:prstGeom>
        </p:spPr>
      </p:pic>
      <p:sp>
        <p:nvSpPr>
          <p:cNvPr id="11" name="Title 13">
            <a:extLst>
              <a:ext uri="{FF2B5EF4-FFF2-40B4-BE49-F238E27FC236}">
                <a16:creationId xmlns:a16="http://schemas.microsoft.com/office/drawing/2014/main" id="{E56EFC27-FA59-43D5-817E-A7DA466684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588" y="344973"/>
            <a:ext cx="11012162" cy="102374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defRPr sz="4400" b="0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Shape 78">
            <a:extLst>
              <a:ext uri="{FF2B5EF4-FFF2-40B4-BE49-F238E27FC236}">
                <a16:creationId xmlns:a16="http://schemas.microsoft.com/office/drawing/2014/main" id="{A56A451A-47B4-46C1-8071-AAA7B2F5D56C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358588" y="1721224"/>
            <a:ext cx="11012162" cy="4536141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accent4"/>
                </a:solidFill>
                <a:latin typeface="Segoe UI Semibold" charset="0"/>
                <a:ea typeface="Segoe UI Semibold" charset="0"/>
                <a:cs typeface="Segoe UI Semibold" charset="0"/>
              </a:defRPr>
            </a:lvl1pPr>
          </a:lstStyle>
          <a:p>
            <a:pPr marL="0" lvl="0" indent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79240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0E794-6877-4C3E-8C3C-FF690CD1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209003" y="2117725"/>
            <a:ext cx="3103423" cy="18288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D7C8A6F-7607-45CC-AA94-76E43AEF4F7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12426" y="328693"/>
            <a:ext cx="8422373" cy="6371836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latin typeface="+mn-lt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it-IT" dirty="0"/>
              <a:t>Click </a:t>
            </a:r>
            <a:r>
              <a:rPr lang="it-IT" dirty="0" err="1"/>
              <a:t>here</a:t>
            </a:r>
            <a:r>
              <a:rPr lang="it-IT" dirty="0"/>
              <a:t> to </a:t>
            </a:r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content</a:t>
            </a:r>
            <a:endParaRPr lang="en-US" dirty="0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4B5AC2-B76A-EA59-6539-F77130A7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-5010150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4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4B5AC2-B76A-EA59-6539-F77130A7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-5010150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0E4EBC5-6282-1231-58E3-831C379A2F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38550" y="1598155"/>
            <a:ext cx="4914900" cy="4164852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97DF54-B87C-5D86-6975-F8391606B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200" y="5638800"/>
            <a:ext cx="1551713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E8CA30-72BD-6298-4718-8872356A28F4}"/>
              </a:ext>
            </a:extLst>
          </p:cNvPr>
          <p:cNvSpPr txBox="1"/>
          <p:nvPr userDrawn="1"/>
        </p:nvSpPr>
        <p:spPr>
          <a:xfrm>
            <a:off x="2806541" y="473819"/>
            <a:ext cx="6578917" cy="677108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it-IT" sz="4400" b="0" i="0" kern="1200" spc="-100" baseline="0" dirty="0">
                <a:solidFill>
                  <a:schemeClr val="accent2"/>
                </a:solidFill>
                <a:latin typeface="+mj-lt"/>
                <a:cs typeface="Segoe UI Semibold" charset="0"/>
              </a:rPr>
              <a:t>Vote for </a:t>
            </a:r>
            <a:r>
              <a:rPr lang="it-IT" sz="4400" b="0" i="0" kern="1200" spc="-100" baseline="0" dirty="0" err="1">
                <a:solidFill>
                  <a:schemeClr val="accent2"/>
                </a:solidFill>
                <a:latin typeface="+mj-lt"/>
                <a:cs typeface="Segoe UI Semibold" charset="0"/>
              </a:rPr>
              <a:t>this</a:t>
            </a:r>
            <a:r>
              <a:rPr lang="it-IT" sz="4400" b="0" i="0" kern="1200" spc="-100" baseline="0" dirty="0">
                <a:solidFill>
                  <a:schemeClr val="accent2"/>
                </a:solidFill>
                <a:latin typeface="+mj-lt"/>
                <a:cs typeface="Segoe UI Semibold" charset="0"/>
              </a:rPr>
              <a:t> session!!!</a:t>
            </a:r>
            <a:endParaRPr lang="en-US" sz="4400" b="0" i="0" kern="1200" spc="-100" baseline="0" dirty="0">
              <a:solidFill>
                <a:schemeClr val="accent2"/>
              </a:solidFill>
              <a:latin typeface="+mj-lt"/>
              <a:cs typeface="Segoe UI 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530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873C298-4752-4898-B421-CF30ABFE566D}"/>
              </a:ext>
            </a:extLst>
          </p:cNvPr>
          <p:cNvGrpSpPr/>
          <p:nvPr userDrawn="1"/>
        </p:nvGrpSpPr>
        <p:grpSpPr>
          <a:xfrm>
            <a:off x="4857206" y="243081"/>
            <a:ext cx="6714309" cy="6371837"/>
            <a:chOff x="1547949" y="-1422929"/>
            <a:chExt cx="4715691" cy="472200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C796AD-96FD-44EB-B8E9-8456E38920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988B4C-8BE1-4085-93FB-75B20737EC61}"/>
                </a:ext>
              </a:extLst>
            </p:cNvPr>
            <p:cNvSpPr/>
            <p:nvPr userDrawn="1"/>
          </p:nvSpPr>
          <p:spPr>
            <a:xfrm>
              <a:off x="1725930" y="-1301876"/>
              <a:ext cx="4537710" cy="4378234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7538AA-B75F-4873-9903-31AA1E14A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86891"/>
            <a:ext cx="11277599" cy="7123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Demo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ABDB7C-1CED-496E-A08B-C175C1A706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937" y="5252535"/>
            <a:ext cx="1605465" cy="160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6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07105D-33E1-4E6F-92F4-CC83B4728D9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97654" y="1722102"/>
            <a:ext cx="5543190" cy="3413794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itolo 4" hidden="1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it-IT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66475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21823"/>
            <a:ext cx="11277600" cy="43760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7123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89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9" r:id="rId1"/>
    <p:sldLayoutId id="2147484520" r:id="rId2"/>
    <p:sldLayoutId id="2147484536" r:id="rId3"/>
    <p:sldLayoutId id="2147484519" r:id="rId4"/>
    <p:sldLayoutId id="2147484538" r:id="rId5"/>
    <p:sldLayoutId id="2147484532" r:id="rId6"/>
    <p:sldLayoutId id="2147484537" r:id="rId7"/>
  </p:sldLayoutIdLst>
  <p:hf sldNum="0" hdr="0" ftr="0" dt="0"/>
  <p:txStyles>
    <p:titleStyle>
      <a:lvl1pPr marL="0" indent="0" algn="l" defTabSz="914132" rtl="0" eaLnBrk="1" latinLnBrk="0" hangingPunct="1">
        <a:lnSpc>
          <a:spcPct val="90000"/>
        </a:lnSpc>
        <a:spcBef>
          <a:spcPct val="0"/>
        </a:spcBef>
        <a:buFont typeface="Arial" charset="0"/>
        <a:buNone/>
        <a:defRPr lang="en-US" sz="4400" b="1" i="0" kern="1200" spc="-100" baseline="0">
          <a:solidFill>
            <a:schemeClr val="bg1"/>
          </a:solidFill>
          <a:latin typeface="+mj-lt"/>
          <a:ea typeface="Segoe UI Semibold" charset="0"/>
          <a:cs typeface="Segoe UI Semibold" charset="0"/>
        </a:defRPr>
      </a:lvl1pPr>
    </p:titleStyle>
    <p:bodyStyle>
      <a:lvl1pPr marL="0" indent="0" algn="l" defTabSz="914132" rtl="0" eaLnBrk="1" latinLnBrk="0" hangingPunct="1">
        <a:lnSpc>
          <a:spcPct val="110000"/>
        </a:lnSpc>
        <a:spcBef>
          <a:spcPts val="1200"/>
        </a:spcBef>
        <a:spcAft>
          <a:spcPts val="600"/>
        </a:spcAft>
        <a:buClr>
          <a:schemeClr val="bg1"/>
        </a:buClr>
        <a:buSzPct val="120000"/>
        <a:buFontTx/>
        <a:buNone/>
        <a:defRPr lang="en-US" sz="2000" b="1" i="0" kern="1200" dirty="0" smtClean="0">
          <a:solidFill>
            <a:schemeClr val="accent2"/>
          </a:solidFill>
          <a:effectLst/>
          <a:latin typeface="Segoe UI Semibold" charset="0"/>
          <a:ea typeface="Segoe UI Semibold" charset="0"/>
          <a:cs typeface="Segoe UI Semibold" charset="0"/>
        </a:defRPr>
      </a:lvl1pPr>
      <a:lvl2pPr marL="0" indent="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10000"/>
        <a:buFont typeface="Arial" charset="0"/>
        <a:buNone/>
        <a:defRPr lang="en-US" sz="20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2pPr>
      <a:lvl3pPr marL="288925" indent="-22225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20000"/>
        <a:buFont typeface="Arial" charset="0"/>
        <a:buChar char="•"/>
        <a:defRPr lang="en-US" sz="18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3pPr>
      <a:lvl4pPr marL="631825" indent="-18288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Arial" charset="0"/>
        <a:buChar char="•"/>
        <a:tabLst/>
        <a:defRPr lang="en-US" sz="16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4pPr>
      <a:lvl5pPr marL="1254125" indent="-194310" algn="l" defTabSz="914132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/>
        <a:buChar char="•"/>
        <a:defRPr lang="en-US" sz="1400" b="0" i="0" kern="1200" dirty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5pPr>
      <a:lvl6pPr marL="1965221" indent="-228533" algn="l" defTabSz="914132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6pPr>
      <a:lvl7pPr marL="2970926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92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57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5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3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7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6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8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9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59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2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C35EA4"/>
          </p15:clr>
        </p15:guide>
        <p15:guide id="2" pos="7392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orient="horz" pos="3840">
          <p15:clr>
            <a:srgbClr val="F26B43"/>
          </p15:clr>
        </p15:guide>
        <p15:guide id="7" pos="744">
          <p15:clr>
            <a:srgbClr val="C35EA4"/>
          </p15:clr>
        </p15:guide>
        <p15:guide id="8" pos="1176">
          <p15:clr>
            <a:srgbClr val="C35EA4"/>
          </p15:clr>
        </p15:guide>
        <p15:guide id="10" pos="1632">
          <p15:clr>
            <a:srgbClr val="C35EA4"/>
          </p15:clr>
        </p15:guide>
        <p15:guide id="13" pos="2520">
          <p15:clr>
            <a:srgbClr val="C35EA4"/>
          </p15:clr>
        </p15:guide>
        <p15:guide id="15" pos="2952">
          <p15:clr>
            <a:srgbClr val="C35EA4"/>
          </p15:clr>
        </p15:guide>
        <p15:guide id="16" pos="3408">
          <p15:clr>
            <a:srgbClr val="C35EA4"/>
          </p15:clr>
        </p15:guide>
        <p15:guide id="20" pos="4296">
          <p15:clr>
            <a:srgbClr val="C35EA4"/>
          </p15:clr>
        </p15:guide>
        <p15:guide id="22" pos="4728">
          <p15:clr>
            <a:srgbClr val="C35EA4"/>
          </p15:clr>
        </p15:guide>
        <p15:guide id="23" pos="5184">
          <p15:clr>
            <a:srgbClr val="C35EA4"/>
          </p15:clr>
        </p15:guide>
        <p15:guide id="24" pos="5616">
          <p15:clr>
            <a:srgbClr val="C35EA4"/>
          </p15:clr>
        </p15:guide>
        <p15:guide id="25" pos="6048">
          <p15:clr>
            <a:srgbClr val="C35EA4"/>
          </p15:clr>
        </p15:guide>
        <p15:guide id="28" pos="6504">
          <p15:clr>
            <a:srgbClr val="C35EA4"/>
          </p15:clr>
        </p15:guide>
        <p15:guide id="30" pos="6936">
          <p15:clr>
            <a:srgbClr val="C35EA4"/>
          </p15:clr>
        </p15:guide>
        <p15:guide id="32" pos="2064">
          <p15:clr>
            <a:srgbClr val="C35EA4"/>
          </p15:clr>
        </p15:guide>
        <p15:guide id="33" pos="3840">
          <p15:clr>
            <a:srgbClr val="C35EA4"/>
          </p15:clr>
        </p15:guide>
        <p15:guide id="38" orient="horz" pos="744">
          <p15:clr>
            <a:srgbClr val="F26B43"/>
          </p15:clr>
        </p15:guide>
        <p15:guide id="40" orient="horz" pos="1176">
          <p15:clr>
            <a:srgbClr val="F26B43"/>
          </p15:clr>
        </p15:guide>
        <p15:guide id="41" orient="horz" pos="1632">
          <p15:clr>
            <a:srgbClr val="F26B43"/>
          </p15:clr>
        </p15:guide>
        <p15:guide id="42" orient="horz" pos="2064">
          <p15:clr>
            <a:srgbClr val="F26B43"/>
          </p15:clr>
        </p15:guide>
        <p15:guide id="45" orient="horz" pos="2520">
          <p15:clr>
            <a:srgbClr val="F26B43"/>
          </p15:clr>
        </p15:guide>
        <p15:guide id="46" orient="horz" pos="2952">
          <p15:clr>
            <a:srgbClr val="F26B43"/>
          </p15:clr>
        </p15:guide>
        <p15:guide id="47" orient="horz" pos="4272">
          <p15:clr>
            <a:srgbClr val="F26B43"/>
          </p15:clr>
        </p15:guide>
        <p15:guide id="48" orient="horz" pos="3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 hidden="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Session Banner - Belli </a:t>
            </a:r>
            <a:r>
              <a:rPr dirty="0" err="1"/>
              <a:t>gli</a:t>
            </a:r>
            <a:r>
              <a:rPr dirty="0"/>
              <a:t> </a:t>
            </a:r>
            <a:r>
              <a:rPr dirty="0" err="1"/>
              <a:t>agenti</a:t>
            </a:r>
            <a:r>
              <a:rPr dirty="0"/>
              <a:t>… </a:t>
            </a:r>
            <a:r>
              <a:rPr dirty="0" err="1"/>
              <a:t>finché</a:t>
            </a:r>
            <a:r>
              <a:rPr dirty="0"/>
              <a:t> non li </a:t>
            </a:r>
            <a:r>
              <a:rPr dirty="0" err="1"/>
              <a:t>metti</a:t>
            </a:r>
            <a:r>
              <a:rPr dirty="0"/>
              <a:t> in </a:t>
            </a:r>
            <a:r>
              <a:rPr dirty="0" err="1"/>
              <a:t>produzione</a:t>
            </a:r>
            <a:endParaRPr dirty="0"/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/>
          </a:p>
        </p:txBody>
      </p:sp>
      <p:pic>
        <p:nvPicPr>
          <p:cNvPr id="6" name="Banner for Belli gli agenti… finché non li metti in produzione by Alessandro Mengol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Belli gli agenti… finché non li metti in produzione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Belli gli agenti… finché non li metti in produzio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7630" b="7630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Belli gli agenti… finché non li metti in produzione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re Dev Titles and Headers - 2018H2">
  <a:themeElements>
    <a:clrScheme name="AI Day 19">
      <a:dk1>
        <a:srgbClr val="FFFFFF"/>
      </a:dk1>
      <a:lt1>
        <a:srgbClr val="FF6A00"/>
      </a:lt1>
      <a:dk2>
        <a:srgbClr val="F2F2F2"/>
      </a:dk2>
      <a:lt2>
        <a:srgbClr val="AEAEAE"/>
      </a:lt2>
      <a:accent1>
        <a:srgbClr val="FF6A00"/>
      </a:accent1>
      <a:accent2>
        <a:srgbClr val="E66400"/>
      </a:accent2>
      <a:accent3>
        <a:srgbClr val="7F7F7F"/>
      </a:accent3>
      <a:accent4>
        <a:srgbClr val="000000"/>
      </a:accent4>
      <a:accent5>
        <a:srgbClr val="E9E9E9"/>
      </a:accent5>
      <a:accent6>
        <a:srgbClr val="AEAEAE"/>
      </a:accent6>
      <a:hlink>
        <a:srgbClr val="FF6A00"/>
      </a:hlink>
      <a:folHlink>
        <a:srgbClr val="FF6A00"/>
      </a:folHlink>
    </a:clrScheme>
    <a:fontScheme name="AI Day 1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lIns="0" tIns="0" rIns="0" bIns="0" anchor="t" anchorCtr="0"/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585458D-29B4-46BB-AD7F-499F1F0F7F89}" vid="{CCBDB362-ACBD-46EB-887A-B1EEC379F3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70D356-E601-4D10-90F6-536FDCA3FCED}">
  <ds:schemaRefs>
    <ds:schemaRef ds:uri="http://schemas.microsoft.com/office/2006/documentManagement/types"/>
    <ds:schemaRef ds:uri="http://purl.org/dc/dcmitype/"/>
    <ds:schemaRef ds:uri="d8121912-130d-4688-8a96-8cf2c237709c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cef5da91-0831-42fa-860c-d84acea2b669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EE36A17-D9AB-4D93-B5BE-BA9ADC192F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85C8949-12A8-4D3A-8B80-D82110DA804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AIDay19</Template>
  <TotalTime>25</TotalTime>
  <Words>74</Words>
  <Application>Microsoft Office PowerPoint</Application>
  <PresentationFormat>Widescreen</PresentationFormat>
  <Paragraphs>11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Segoe UI</vt:lpstr>
      <vt:lpstr>Segoe UI Semibold</vt:lpstr>
      <vt:lpstr>Azure Dev Titles and Headers - 2018H2</vt:lpstr>
      <vt:lpstr>Session Banner - Belli gli agenti… finché non li metti in produzione</vt:lpstr>
      <vt:lpstr>Event Sponsors</vt:lpstr>
      <vt:lpstr>Demo: Belli gli agenti… finché non li metti in produzione</vt:lpstr>
      <vt:lpstr>Questions &amp; Discussion</vt:lpstr>
      <vt:lpstr>Please Vote for This Session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Belli gli agenti… finché non li metti in produzione</dc:title>
  <dc:subject>Conference session: Belli gli agenti… finché non li metti in produzione</dc:subject>
  <dc:creator/>
  <cp:keywords/>
  <dc:description>Version 1.0a</dc:description>
  <cp:lastModifiedBy>Ivan Persiani</cp:lastModifiedBy>
  <cp:revision>11</cp:revision>
  <dcterms:created xsi:type="dcterms:W3CDTF">2019-09-06T12:42:37Z</dcterms:created>
  <dcterms:modified xsi:type="dcterms:W3CDTF">2026-03-31T14:45:06Z</dcterms:modified>
  <cp:category>Azure Developer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  <property fmtid="{D5CDD505-2E9C-101B-9397-08002B2CF9AE}" pid="3" name="_dlc_DocIdItemGuid">
    <vt:lpwstr>5c666594-0833-4b9d-a1f0-8c3737583105</vt:lpwstr>
  </property>
  <property fmtid="{D5CDD505-2E9C-101B-9397-08002B2CF9AE}" pid="4" name="MSIP_Label_87867195-f2b8-4ac2-b0b6-6bb73cb33afc_Enabled">
    <vt:lpwstr>True</vt:lpwstr>
  </property>
  <property fmtid="{D5CDD505-2E9C-101B-9397-08002B2CF9AE}" pid="5" name="MSIP_Label_87867195-f2b8-4ac2-b0b6-6bb73cb33afc_SiteId">
    <vt:lpwstr>72f988bf-86f1-41af-91ab-2d7cd011db47</vt:lpwstr>
  </property>
  <property fmtid="{D5CDD505-2E9C-101B-9397-08002B2CF9AE}" pid="6" name="MSIP_Label_87867195-f2b8-4ac2-b0b6-6bb73cb33afc_Owner">
    <vt:lpwstr>cliffsim@microsoft.com</vt:lpwstr>
  </property>
  <property fmtid="{D5CDD505-2E9C-101B-9397-08002B2CF9AE}" pid="7" name="MSIP_Label_87867195-f2b8-4ac2-b0b6-6bb73cb33afc_SetDate">
    <vt:lpwstr>2018-03-09T21:22:51.4106408Z</vt:lpwstr>
  </property>
  <property fmtid="{D5CDD505-2E9C-101B-9397-08002B2CF9AE}" pid="8" name="MSIP_Label_87867195-f2b8-4ac2-b0b6-6bb73cb33afc_Name">
    <vt:lpwstr>Public</vt:lpwstr>
  </property>
  <property fmtid="{D5CDD505-2E9C-101B-9397-08002B2CF9AE}" pid="9" name="MSIP_Label_87867195-f2b8-4ac2-b0b6-6bb73cb33afc_Application">
    <vt:lpwstr>Microsoft Azure Information Protection</vt:lpwstr>
  </property>
  <property fmtid="{D5CDD505-2E9C-101B-9397-08002B2CF9AE}" pid="10" name="MSIP_Label_87867195-f2b8-4ac2-b0b6-6bb73cb33afc_Extended_MSFT_Method">
    <vt:lpwstr>Manual</vt:lpwstr>
  </property>
  <property fmtid="{D5CDD505-2E9C-101B-9397-08002B2CF9AE}" pid="11" name="Sensitivity">
    <vt:lpwstr>Public</vt:lpwstr>
  </property>
  <property fmtid="{D5CDD505-2E9C-101B-9397-08002B2CF9AE}" pid="12" name="MediaServiceImageTags">
    <vt:lpwstr/>
  </property>
</Properties>
</file>