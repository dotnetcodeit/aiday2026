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414241"/>
    <a:srgbClr val="B4009E"/>
    <a:srgbClr val="0478D7"/>
    <a:srgbClr val="0359A0"/>
    <a:srgbClr val="95CFFF"/>
    <a:srgbClr val="797979"/>
    <a:srgbClr val="94D0FF"/>
    <a:srgbClr val="424242"/>
    <a:srgbClr val="8DC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5" autoAdjust="0"/>
    <p:restoredTop sz="86404" autoAdjust="0"/>
  </p:normalViewPr>
  <p:slideViewPr>
    <p:cSldViewPr snapToGrid="0">
      <p:cViewPr varScale="1">
        <p:scale>
          <a:sx n="76" d="100"/>
          <a:sy n="76" d="100"/>
        </p:scale>
        <p:origin x="186" y="1506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98" y="13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3" name="Title 13">
            <a:extLst>
              <a:ext uri="{FF2B5EF4-FFF2-40B4-BE49-F238E27FC236}">
                <a16:creationId xmlns:a16="http://schemas.microsoft.com/office/drawing/2014/main" id="{F6C2F544-97E3-4339-89D4-F3B8413F5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97647"/>
            <a:ext cx="10553700" cy="1402854"/>
          </a:xfrm>
          <a:prstGeom prst="rect">
            <a:avLst/>
          </a:prstGeom>
        </p:spPr>
        <p:txBody>
          <a:bodyPr lIns="0" anchor="b">
            <a:noAutofit/>
          </a:bodyPr>
          <a:lstStyle>
            <a:lvl1pPr>
              <a:defRPr sz="8000" b="1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Session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7E72CE4-2317-4FF4-B4A4-A514D9A017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199" y="5372664"/>
            <a:ext cx="10553699" cy="422162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accent2"/>
                </a:solidFill>
                <a:latin typeface="+mn-lt"/>
                <a:ea typeface="Segoe UI Semibold" charset="0"/>
                <a:cs typeface="Segoe UI Semibold" charset="0"/>
              </a:defRPr>
            </a:lvl1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A76C6378-8568-43A6-AD1F-E642F87389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5854319"/>
            <a:ext cx="10553698" cy="318060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28" name="Shape 78">
            <a:extLst>
              <a:ext uri="{FF2B5EF4-FFF2-40B4-BE49-F238E27FC236}">
                <a16:creationId xmlns:a16="http://schemas.microsoft.com/office/drawing/2014/main" id="{570DAE82-EBE9-46F5-86E1-8DF384C2E4DF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457200" y="4000501"/>
            <a:ext cx="10553700" cy="679384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tx1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chemeClr val="bg1"/>
              </a:buClr>
              <a:buSzPct val="120000"/>
              <a:buFont typeface="+mj-lt"/>
              <a:buNone/>
              <a:tabLst>
                <a:tab pos="1828800" algn="l"/>
              </a:tabLst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Arial Black"/>
                <a:cs typeface="Segoe UI Semibold" charset="0"/>
              </a:rPr>
              <a:t>Session subtitle (if any)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55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BEF8F8C-5553-89C5-E2C5-3C58F9BD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22" y="-3800042"/>
            <a:ext cx="11277599" cy="712379"/>
          </a:xfrm>
        </p:spPr>
        <p:txBody>
          <a:bodyPr/>
          <a:lstStyle>
            <a:lvl1pPr>
              <a:defRPr sz="8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789" y="605751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7801883" y="5780792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353" y="5846080"/>
            <a:ext cx="805104" cy="8051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41" y="867699"/>
            <a:ext cx="3916987" cy="1746515"/>
          </a:xfrm>
          <a:prstGeom prst="rect">
            <a:avLst/>
          </a:prstGeom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29" y="2367245"/>
            <a:ext cx="2987773" cy="937627"/>
          </a:xfrm>
          <a:prstGeom prst="rect">
            <a:avLst/>
          </a:prstGeom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31" y="3872155"/>
            <a:ext cx="2709075" cy="1523855"/>
          </a:xfrm>
          <a:prstGeom prst="rect">
            <a:avLst/>
          </a:prstGeom>
        </p:spPr>
      </p:pic>
      <p:pic>
        <p:nvPicPr>
          <p:cNvPr id="1026" name="Picture 2" descr="Relatech">
            <a:extLst>
              <a:ext uri="{FF2B5EF4-FFF2-40B4-BE49-F238E27FC236}">
                <a16:creationId xmlns:a16="http://schemas.microsoft.com/office/drawing/2014/main" id="{EC9AF204-1032-80E1-E0C6-A4440CA9B1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655" y="1846622"/>
            <a:ext cx="3962324" cy="19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2 Next">
            <a:extLst>
              <a:ext uri="{FF2B5EF4-FFF2-40B4-BE49-F238E27FC236}">
                <a16:creationId xmlns:a16="http://schemas.microsoft.com/office/drawing/2014/main" id="{157AD3C8-10E5-0049-77BD-C72DC43390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10" y="920553"/>
            <a:ext cx="3281612" cy="164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E4EBC5-6282-1231-58E3-831C379A2F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38550" y="1598155"/>
            <a:ext cx="4914900" cy="416485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7DF54-B87C-5D86-6975-F8391606B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200" y="5638800"/>
            <a:ext cx="1551713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E8CA30-72BD-6298-4718-8872356A28F4}"/>
              </a:ext>
            </a:extLst>
          </p:cNvPr>
          <p:cNvSpPr txBox="1"/>
          <p:nvPr userDrawn="1"/>
        </p:nvSpPr>
        <p:spPr>
          <a:xfrm>
            <a:off x="2806541" y="473819"/>
            <a:ext cx="6578917" cy="677108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Vote for </a:t>
            </a:r>
            <a:r>
              <a:rPr lang="it-IT" sz="4400" b="0" i="0" kern="1200" spc="-100" baseline="0" dirty="0" err="1">
                <a:solidFill>
                  <a:schemeClr val="accent2"/>
                </a:solidFill>
                <a:latin typeface="+mj-lt"/>
                <a:cs typeface="Segoe UI Semibold" charset="0"/>
              </a:rPr>
              <a:t>this</a:t>
            </a:r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 session!!!</a:t>
            </a:r>
            <a:endParaRPr lang="en-US" sz="4400" b="0" i="0" kern="1200" spc="-100" baseline="0" dirty="0">
              <a:solidFill>
                <a:schemeClr val="accent2"/>
              </a:solidFill>
              <a:latin typeface="+mj-lt"/>
              <a:cs typeface="Segoe UI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3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6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 hidden="1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20" r:id="rId2"/>
    <p:sldLayoutId id="2147484536" r:id="rId3"/>
    <p:sldLayoutId id="2147484519" r:id="rId4"/>
    <p:sldLayoutId id="2147484538" r:id="rId5"/>
    <p:sldLayoutId id="2147484532" r:id="rId6"/>
    <p:sldLayoutId id="2147484537" r:id="rId7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Session Banner - Hybrid AI Orchestration per Travel Booking </a:t>
            </a:r>
            <a:r>
              <a:rPr dirty="0" err="1"/>
              <a:t>Complessi</a:t>
            </a:r>
            <a:endParaRPr dirty="0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Banner for Hybrid AI Orchestration per Travel Booking Complessi by Andrea Bellon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573000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Hybrid AI Orchestration per Travel Booking Complessi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Hybrid AI Orchestration per Travel Booking Compless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630" b="7630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Hybrid AI Orchestration per Travel Booking Complessi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25</TotalTime>
  <Words>65</Words>
  <Application>Microsoft Office PowerPoint</Application>
  <PresentationFormat>Widescreen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Segoe UI Semibold</vt:lpstr>
      <vt:lpstr>Azure Dev Titles and Headers - 2018H2</vt:lpstr>
      <vt:lpstr>Session Banner - Hybrid AI Orchestration per Travel Booking Complessi</vt:lpstr>
      <vt:lpstr>Event Sponsors</vt:lpstr>
      <vt:lpstr>Demo: Hybrid AI Orchestration per Travel Booking Complessi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Hybrid AI Orchestration per Travel Booking Complessi</dc:title>
  <dc:subject>Conference session: Hybrid AI Orchestration per Travel Booking Complessi</dc:subject>
  <dc:creator/>
  <cp:keywords/>
  <dc:description>Version 1.0a</dc:description>
  <cp:lastModifiedBy>Ivan Persiani</cp:lastModifiedBy>
  <cp:revision>11</cp:revision>
  <dcterms:created xsi:type="dcterms:W3CDTF">2019-09-06T12:42:37Z</dcterms:created>
  <dcterms:modified xsi:type="dcterms:W3CDTF">2026-03-31T14:45:52Z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