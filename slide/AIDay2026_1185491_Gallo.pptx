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86" y="1506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Da GitHub Spark a .NET Aspire con un Copilot Agent: script deterministici + skills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Da GitHub Spark a .NET Aspire con un Copilot Agent: script deterministici + skills by Francesco Gal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Da GitHub Spark a .NET Aspire con un Copilot Agent: script deterministici +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Da GitHub Spark a .NET Aspire con un Copilot Agent: script deterministici + skil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Da GitHub Spark a .NET Aspire con un Copilot Agent: script deterministici +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92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Da GitHub Spark a .NET Aspire con un Copilot Agent: script deterministici + skills</vt:lpstr>
      <vt:lpstr>Event Sponsors</vt:lpstr>
      <vt:lpstr>Demo: Da GitHub Spark a .NET Aspire con un Copilot Agent: script deterministici + skills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Da GitHub Spark a .NET Aspire con un Copilot Agent: script deterministici + skills</dc:title>
  <dc:subject>Conference session: Da GitHub Spark a .NET Aspire con un Copilot Agent: script deterministici + skills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2026-03-31T14:49:30Z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