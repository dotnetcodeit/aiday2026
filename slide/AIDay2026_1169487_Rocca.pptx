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Building Agentic Automation with Copilot Studio using Agent Flows and Computer Use.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Building Agentic Automation with Copilot Studio using Agent Flows and Computer Use. by Marco Roc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Building Agentic Automation with Copilot Studio using Agent Flows and Computer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Building Agentic Automation with Copilot Studio using Agent Flows and Computer Use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Building Agentic Automation with Copilot Studio using Agent Flows and Computer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83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Building Agentic Automation with Copilot Studio using Agent Flows and Computer Use.</vt:lpstr>
      <vt:lpstr>Event Sponsors</vt:lpstr>
      <vt:lpstr>Demo: Building Agentic Automation with Copilot Studio using Agent Flows and Computer Use.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Building Agentic Automation with Copilot Studio using Agent Flows and Computer Use.</dc:title>
  <dc:subject>Conference session: Building Agentic Automation with Copilot Studio using Agent Flows and Computer Use.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2026-03-31T14:44:24Z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