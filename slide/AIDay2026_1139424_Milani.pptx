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86" y="1506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</a:t>
            </a:r>
            <a:r>
              <a:rPr dirty="0" err="1"/>
              <a:t>Potenziare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agenti</a:t>
            </a:r>
            <a:r>
              <a:rPr dirty="0"/>
              <a:t> AI con </a:t>
            </a:r>
            <a:r>
              <a:rPr dirty="0" err="1"/>
              <a:t>ricerca</a:t>
            </a:r>
            <a:r>
              <a:rPr dirty="0"/>
              <a:t> </a:t>
            </a:r>
            <a:r>
              <a:rPr dirty="0" err="1"/>
              <a:t>semantica</a:t>
            </a:r>
            <a:r>
              <a:rPr dirty="0"/>
              <a:t> locale in .NET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Potenziare gli agenti AI con ricerca semantica locale in .NET by Marco Mila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Potenziare gli agenti AI con ricerca semantica locale in 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Potenziare gli agenti AI con ricerca semantica locale in .N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Potenziare gli agenti AI con ricerca semantica locale in 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77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Potenziare gli agenti AI con ricerca semantica locale in .NET</vt:lpstr>
      <vt:lpstr>Event Sponsors</vt:lpstr>
      <vt:lpstr>Demo: Potenziare gli agenti AI con ricerca semantica locale in .NET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Potenziare gli agenti AI con ricerca semantica locale in .NET</dc:title>
  <dc:subject>Conference session: Potenziare gli agenti AI con ricerca semantica locale in .NET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2026-03-31T14:47:45Z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