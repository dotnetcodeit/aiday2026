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186" y="1422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Banner - </a:t>
            </a:r>
            <a:r>
              <a:rPr dirty="0" err="1"/>
              <a:t>Implementare</a:t>
            </a:r>
            <a:r>
              <a:rPr dirty="0"/>
              <a:t> Retrieval-Augmented Generation con Azure SQL e Microsoft Foundry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Implementare Retrieval-Augmented Generation con Azure SQL e Microsoft Foundry by Andrea Saltarel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Implementare Retrieval-Augmented Generation con Azure SQL e Microsoft Foundry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Implementare Retrieval-Augmented Generation con Azure SQL e Microsoft Found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Implementare Retrieval-Augmented Generation con Azure SQL e Microsoft Foundry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25</TotalTime>
  <Words>71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Implementare Retrieval-Augmented Generation con Azure SQL e Microsoft Foundry</vt:lpstr>
      <vt:lpstr>Event Sponsors</vt:lpstr>
      <vt:lpstr>Demo: Implementare Retrieval-Augmented Generation con Azure SQL e Microsoft Foundry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Implementare Retrieval-Augmented Generation con Azure SQL e Microsoft Foundry</dc:title>
  <dc:subject>Conference session: Implementare Retrieval-Augmented Generation con Azure SQL e Microsoft Foundry</dc:subject>
  <dc:creator/>
  <cp:keywords/>
  <dc:description>Version 1.0a</dc:description>
  <cp:lastModifiedBy>Ivan Persiani</cp:lastModifiedBy>
  <cp:revision>11</cp:revision>
  <dcterms:created xsi:type="dcterms:W3CDTF">2019-09-06T12:42:37Z</dcterms:created>
  <dcterms:modified xsi:type="dcterms:W3CDTF">2026-03-31T14:43:43Z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