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126" y="1422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AI Agents for Everyone: Creating No-Code Assistants in Microsoft 365 Copilot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7200" y="5372664"/>
            <a:ext cx="10233890" cy="382856"/>
          </a:xfrm>
        </p:spPr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5854319"/>
            <a:ext cx="10233889" cy="288446"/>
          </a:xfrm>
        </p:spPr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457200" y="4000501"/>
            <a:ext cx="10233891" cy="616128"/>
          </a:xfrm>
        </p:spPr>
        <p:txBody>
          <a:bodyPr/>
          <a:lstStyle/>
          <a:p>
            <a:endParaRPr/>
          </a:p>
        </p:txBody>
      </p:sp>
      <p:pic>
        <p:nvPicPr>
          <p:cNvPr id="6" name="Banner for AI Agents for Everyone: Creating No-Code Assistants in Microsoft 365 Copilot by Stefano Brusamolino, Beatrice Civel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AI Agents for Everyone: Creating No-Code Assistants in Microsoft 365 Copilot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I Agents for Everyone: Creating No-Code Assistants in Microsoft 365 Copil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AI Agents for Everyone: Creating No-Code Assistants in Microsoft 365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80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AI Agents for Everyone: Creating No-Code Assistants in Microsoft 365 Copilot</vt:lpstr>
      <vt:lpstr>Event Sponsors</vt:lpstr>
      <vt:lpstr>Demo: AI Agents for Everyone: Creating No-Code Assistants in Microsoft 365 Copilot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AI Agents for Everyone: Creating No-Code Assistants in Microsoft 365 Copilot</dc:title>
  <dc:subject>Conference session: AI Agents for Everyone: Creating No-Code Assistants in Microsoft 365 Copilot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2026-03-31T14:42:51Z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