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86" y="1506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</a:t>
            </a:r>
            <a:r>
              <a:rPr dirty="0" err="1"/>
              <a:t>Umani</a:t>
            </a:r>
            <a:r>
              <a:rPr dirty="0"/>
              <a:t> &amp; AI: la </a:t>
            </a:r>
            <a:r>
              <a:rPr dirty="0" err="1"/>
              <a:t>fabbrica</a:t>
            </a:r>
            <a:r>
              <a:rPr dirty="0"/>
              <a:t> del software del </a:t>
            </a:r>
            <a:r>
              <a:rPr dirty="0" err="1"/>
              <a:t>futuro</a:t>
            </a:r>
            <a:endParaRPr dirty="0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Umani &amp; AI: la fabbrica del software del futuro by Michele Aponte, Antonio Liccard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Umani &amp; AI: la fabbrica del software del futuro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Umani &amp; AI: la fabbrica del software del futu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Umani &amp; AI: la fabbrica del software del futuro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26</TotalTime>
  <Words>74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Umani &amp; AI: la fabbrica del software del futuro</vt:lpstr>
      <vt:lpstr>Event Sponsors</vt:lpstr>
      <vt:lpstr>Demo: Umani &amp; AI: la fabbrica del software del futuro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Umani &amp; AI: la fabbrica del software del futuro</dc:title>
  <dc:subject>Conference session: Umani &amp; AI: la fabbrica del software del futuro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2026-03-31T14:47:06Z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