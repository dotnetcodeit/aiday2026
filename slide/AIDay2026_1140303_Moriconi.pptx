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126" y="744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Agentic AI senza catene: entra nel Microsoft Agent Framework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Agentic AI senza catene: entra nel Microsoft Agent Framework by Maurizio Morico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Agentic AI senza catene: entra nel Microsoft Agent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gentic AI senza catene: entra nel Microsoft Agent Framewo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Agentic AI senza catene: entra nel Microsoft Agent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26</TotalTime>
  <Words>74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Agentic AI senza catene: entra nel Microsoft Agent Framework</vt:lpstr>
      <vt:lpstr>Event Sponsors</vt:lpstr>
      <vt:lpstr>Demo: Agentic AI senza catene: entra nel Microsoft Agent Framework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Agentic AI senza catene: entra nel Microsoft Agent Framework</dc:title>
  <dc:subject>Conference session: Agentic AI senza catene: entra nel Microsoft Agent Framework</dc:subject>
  <dc:creator/>
  <cp:keywords/>
  <dc:description>Version 1.0a</dc:description>
  <cp:lastModifiedBy>Ivan Persiani</cp:lastModifiedBy>
  <cp:revision>12</cp:revision>
  <dcterms:created xsi:type="dcterms:W3CDTF">2019-09-06T12:42:37Z</dcterms:created>
  <dcterms:modified xsi:type="dcterms:W3CDTF">2026-03-31T14:39:40Z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