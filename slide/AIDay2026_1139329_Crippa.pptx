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186" y="1422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Agents Talking to Agents: Inside the A2A Protocol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Agents Talking to Agents: Inside the A2A Protocol by Massimo Crip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Agents Talking to Agents: Inside the A2A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Agents Talking to Agents: Inside the A2A Protoco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Agents Talking to Agents: Inside the A2A 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71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Agents Talking to Agents: Inside the A2A Protocol</vt:lpstr>
      <vt:lpstr>Event Sponsors</vt:lpstr>
      <vt:lpstr>Demo: Agents Talking to Agents: Inside the A2A Protocol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Agents Talking to Agents: Inside the A2A Protocol</dc:title>
  <dc:subject>Conference session: Agents Talking to Agents: Inside the A2A Protocol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2026-03-31T14:48:31Z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